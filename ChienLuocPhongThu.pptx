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F71-6CA6-BF45-1718-6916BB005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4F08D-2AEB-45AF-C611-9ECF449B8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B493D-1CAB-2FC6-8FC2-822EC56E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B0F29-80AB-F094-FABD-6A965657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FE39B-CF95-DFC6-5B38-9E161E19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6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22E0-C06C-C2DA-77CC-3ADD72B7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0967C-95B4-25E9-A109-84736546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F8EA0-BAAF-DBD7-43C7-9FC5A5EB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E5569-1907-7822-B47F-6D46617C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85978-A082-D191-AFB5-7FE1F271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5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2BDD-BA31-2522-EE8D-58E3FE42D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3CCAD-881F-9478-4AFE-8C0BC209E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E231E-0524-3F5A-E99F-6C1C70FB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E4D9C-73EB-419B-8601-2FE3B14D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87E7E-33C7-751D-F224-4746C753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4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A36D-9FFB-E67C-0F17-D6E18E2C0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B97F6-B1AA-CF87-74E4-807C96BD8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A0AD8-5099-E220-D8EE-A72D7A312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8A9E3-B7D9-10A3-D567-B1133998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86CA6-219A-C955-8235-9785EB9E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2C31C-3C05-0618-0C0C-A333F204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29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449A-CF00-E8C3-DAE7-9236ABB9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EA2A2-430E-6E11-1736-600D03ABB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A9417-DBAC-B787-BB59-D1B910B1E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A1C82-9B61-9924-C056-F12430D2E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73827-A7B8-E4A2-6667-F00E5FC19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5CA42-BD34-E465-09C2-2814EA30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7519FE-AC4E-AB31-A134-19C2C77B3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E55F5-C7B8-B393-2AF1-A40A1229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2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105D-1B33-BA7D-E136-7225C976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46F97-26B8-3573-308B-0DF3F6E5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31E57-5F7B-3D95-2DD2-8D56503E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E21E5-B6A9-B1F7-B8C2-FE967D17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1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8A797-C70B-3E43-5BCE-83631156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1BD6C-2CC9-9133-258F-9599AF037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FCB46-947D-7334-8376-FA30464C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6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2F40-4A0D-E69D-6F7A-41BAE326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274BE-3D55-AA86-044C-AF0B03705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E4D43-98AA-C473-092D-17A8CEFAD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4B45E-A327-13B7-1550-6C8A9203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EA040-C196-8814-3416-529DFA25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FED04-5705-143B-DAE1-5DB4B988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7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FA83-D070-4DF2-45D5-AA04670E3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B2910C-C335-7DD1-B920-9AA3F9B2D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A68B2-C060-447D-27FF-49E05A21C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65D76-DBBD-E758-5429-8CCDCA19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C1A0B-17D7-DEF2-6690-C0C847FB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0F373-9F0C-8BFE-59EB-8299F5F2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6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EF57-92ED-1455-AA7D-8B3DCBE4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D20FF-B57A-6B04-615E-E48C27027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91166-3ED9-89B0-9ECA-DFEEFA121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52CC6-C3B0-5A76-DA75-BBFB51F8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B6A5B-9DE8-35F1-3A35-D4C95E21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4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785EB-1C7C-2821-8138-E468679D0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D3FC0-E5C2-1FCC-B2EA-9CC6CF59D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7B380-4C48-2AF6-0FDE-99D0D046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B05B4-1FB0-E938-9456-F56AA53F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E90EE-632C-3800-A195-E24B1C64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6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3C211-A421-876B-A336-EA2EF2F7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F7F88-48C3-302A-3376-87051D956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33716-9F3A-0164-8364-B23BF678D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D7E97-8D7A-46BD-AEE2-2F54ABF7B87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6DABF-4AC6-F6E1-4F27-893DD96F0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541B5-5F39-D27B-16AF-49FDAFC3B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9271A-C1EA-4322-B3F1-B722B051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D95AC-BE26-011A-C743-DB05EA77A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920EB1-F4CA-7E7F-FD1F-A357BB4E29B8}"/>
              </a:ext>
            </a:extLst>
          </p:cNvPr>
          <p:cNvSpPr txBox="1"/>
          <p:nvPr/>
        </p:nvSpPr>
        <p:spPr>
          <a:xfrm>
            <a:off x="834886" y="1962909"/>
            <a:ext cx="6460435" cy="267765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CHIẾN LƯỢC PHÒNG THỦ AN NINH MẠNG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MÔ HÌNH PHÒNG THỦ 3 TẦNG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NETGUARD CYBERSECURITY CENTER</a:t>
            </a:r>
          </a:p>
          <a:p>
            <a:endParaRPr lang="en-US" sz="2800" dirty="0">
              <a:solidFill>
                <a:schemeClr val="bg1"/>
              </a:solidFill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83751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811178-ECE4-AD30-2AF2-BB53FE1AE4B9}"/>
              </a:ext>
            </a:extLst>
          </p:cNvPr>
          <p:cNvSpPr/>
          <p:nvPr/>
        </p:nvSpPr>
        <p:spPr>
          <a:xfrm>
            <a:off x="1143000" y="1371600"/>
            <a:ext cx="9660835" cy="1470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Montserrat Bold"/>
              </a:rPr>
              <a:t>TẦNG 3 — GIÁM SÁT &amp; ỨNG PHÓ</a:t>
            </a:r>
          </a:p>
          <a:p>
            <a:r>
              <a:rPr lang="en-US" dirty="0" err="1">
                <a:latin typeface="Montserrat Bold"/>
              </a:rPr>
              <a:t>Phân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tích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nhật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ký</a:t>
            </a:r>
            <a:r>
              <a:rPr lang="en-US" dirty="0">
                <a:latin typeface="Montserrat Bold"/>
              </a:rPr>
              <a:t> · </a:t>
            </a:r>
            <a:r>
              <a:rPr lang="en-US" dirty="0" err="1">
                <a:latin typeface="Montserrat Bold"/>
              </a:rPr>
              <a:t>Điều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tra</a:t>
            </a:r>
            <a:r>
              <a:rPr lang="en-US" dirty="0">
                <a:latin typeface="Montserrat Bold"/>
              </a:rPr>
              <a:t> · </a:t>
            </a:r>
            <a:r>
              <a:rPr lang="en-US" dirty="0" err="1">
                <a:latin typeface="Montserrat Bold"/>
              </a:rPr>
              <a:t>Khôi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phục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hệ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thống</a:t>
            </a:r>
            <a:endParaRPr lang="en-US" dirty="0">
              <a:latin typeface="Montserrat Bold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1888C9-351F-5E1E-6B97-9308502B54B0}"/>
              </a:ext>
            </a:extLst>
          </p:cNvPr>
          <p:cNvSpPr/>
          <p:nvPr/>
        </p:nvSpPr>
        <p:spPr>
          <a:xfrm>
            <a:off x="2375451" y="3211923"/>
            <a:ext cx="6549887" cy="1143000"/>
          </a:xfrm>
          <a:prstGeom prst="roundRect">
            <a:avLst/>
          </a:prstGeom>
          <a:solidFill>
            <a:srgbClr val="005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Montserrat Bold"/>
              </a:rPr>
              <a:t>TẦNG 2 — THIẾT BỊ &amp; HỆ THỐNG</a:t>
            </a:r>
          </a:p>
          <a:p>
            <a:r>
              <a:rPr lang="en-US" dirty="0" err="1">
                <a:latin typeface="Montserrat Bold"/>
              </a:rPr>
              <a:t>Chống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mã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độc</a:t>
            </a:r>
            <a:r>
              <a:rPr lang="en-US" dirty="0">
                <a:latin typeface="Montserrat Bold"/>
              </a:rPr>
              <a:t> · </a:t>
            </a:r>
            <a:r>
              <a:rPr lang="en-US" dirty="0" err="1">
                <a:latin typeface="Montserrat Bold"/>
              </a:rPr>
              <a:t>Cập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nhật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bản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vá</a:t>
            </a:r>
            <a:r>
              <a:rPr lang="en-US" dirty="0">
                <a:latin typeface="Montserrat Bold"/>
              </a:rPr>
              <a:t> · </a:t>
            </a:r>
            <a:r>
              <a:rPr lang="en-US" dirty="0" err="1">
                <a:latin typeface="Montserrat Bold"/>
              </a:rPr>
              <a:t>Kiểm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soát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truy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cập</a:t>
            </a:r>
            <a:endParaRPr lang="en-US" dirty="0">
              <a:latin typeface="Montserrat Bold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E6CBBF-6582-F1EB-C8A5-470D9E72EB1D}"/>
              </a:ext>
            </a:extLst>
          </p:cNvPr>
          <p:cNvSpPr/>
          <p:nvPr/>
        </p:nvSpPr>
        <p:spPr>
          <a:xfrm>
            <a:off x="3756991" y="4764086"/>
            <a:ext cx="4164495" cy="103367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Montserrat Bold"/>
              </a:rPr>
              <a:t>TẦNG 1 — PHÒNG THỦ MẠNG</a:t>
            </a:r>
          </a:p>
          <a:p>
            <a:r>
              <a:rPr lang="en-US" dirty="0" err="1">
                <a:latin typeface="Montserrat Bold"/>
              </a:rPr>
              <a:t>Tường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lửa</a:t>
            </a:r>
            <a:r>
              <a:rPr lang="en-US" dirty="0">
                <a:latin typeface="Montserrat Bold"/>
              </a:rPr>
              <a:t> · IDS/IPS · </a:t>
            </a:r>
            <a:r>
              <a:rPr lang="en-US" dirty="0" err="1">
                <a:latin typeface="Montserrat Bold"/>
              </a:rPr>
              <a:t>Giám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sát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lưu</a:t>
            </a:r>
            <a:r>
              <a:rPr lang="en-US" dirty="0">
                <a:latin typeface="Montserrat Bold"/>
              </a:rPr>
              <a:t> </a:t>
            </a:r>
            <a:r>
              <a:rPr lang="en-US" dirty="0" err="1">
                <a:latin typeface="Montserrat Bold"/>
              </a:rPr>
              <a:t>lượng</a:t>
            </a:r>
            <a:endParaRPr lang="en-US" dirty="0">
              <a:latin typeface="Montserrat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4B43E-55AC-2B9B-A08A-BF70A0CA453C}"/>
              </a:ext>
            </a:extLst>
          </p:cNvPr>
          <p:cNvSpPr txBox="1"/>
          <p:nvPr/>
        </p:nvSpPr>
        <p:spPr>
          <a:xfrm>
            <a:off x="1719469" y="6206919"/>
            <a:ext cx="1074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Kết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hợp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nhiều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lớp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bảo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vệ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để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giảm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nguy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cơ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xâm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nhập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và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hạn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chế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thiệt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Montserrat Bold"/>
              </a:rPr>
              <a:t>hại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Montserrat Bold"/>
              </a:rPr>
              <a:t>.</a:t>
            </a:r>
            <a:endParaRPr lang="en-US" b="1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A0483-1EA9-EF25-C6A1-B5D95FA960A2}"/>
              </a:ext>
            </a:extLst>
          </p:cNvPr>
          <p:cNvSpPr txBox="1"/>
          <p:nvPr/>
        </p:nvSpPr>
        <p:spPr>
          <a:xfrm>
            <a:off x="1570381" y="382189"/>
            <a:ext cx="104360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 Bold"/>
              </a:rPr>
              <a:t>MÔ HÌNH PHÒNG THỦ AN NINH MẠNG 3 TẦNG</a:t>
            </a:r>
          </a:p>
        </p:txBody>
      </p:sp>
    </p:spTree>
    <p:extLst>
      <p:ext uri="{BB962C8B-B14F-4D97-AF65-F5344CB8AC3E}">
        <p14:creationId xmlns:p14="http://schemas.microsoft.com/office/powerpoint/2010/main" val="1781195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Montserrat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Linh</dc:creator>
  <cp:lastModifiedBy>Nguyen Linh</cp:lastModifiedBy>
  <cp:revision>1</cp:revision>
  <dcterms:created xsi:type="dcterms:W3CDTF">2026-10-26T16:09:42Z</dcterms:created>
  <dcterms:modified xsi:type="dcterms:W3CDTF">2026-10-26T16:18:38Z</dcterms:modified>
</cp:coreProperties>
</file>